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0" autoAdjust="0"/>
    <p:restoredTop sz="86410" autoAdjust="0"/>
  </p:normalViewPr>
  <p:slideViewPr>
    <p:cSldViewPr snapToGrid="0" snapToObjects="1">
      <p:cViewPr varScale="1">
        <p:scale>
          <a:sx n="72" d="100"/>
          <a:sy n="72" d="100"/>
        </p:scale>
        <p:origin x="84" y="7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8E9D5A-66F1-415E-865F-F8BE36EBE60B}" type="datetimeFigureOut">
              <a:t>05/06/2026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0A29A1-CD0A-4820-B720-9DE1A87364D7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9540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Soma de  vendas por Ano, Mês e Segmento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Total em vendas por produto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Média depreço de venda por produto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actionButton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clusteredColumnChart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clusteredColumnChart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card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pieChart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card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actionButton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Lucro por Segmento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Lucros por país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Vendas e Unidades vendidas por país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Total de ventas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actionButton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Total de ventas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9bb12258-74d0-4d20-bf3f-16e9526a283a?pbi_source=PowerPoin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9bb12258-74d0-4d20-bf3f-16e9526a283a/?pbi_source=PowerPoin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9bb12258-74d0-4d20-bf3f-16e9526a283a/?pbi_source=PowerPoin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9bb12258-74d0-4d20-bf3f-16e9526a283a/?pbi_source=PowerPoin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sample_financial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rId3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05/06/2026 14:27:07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05/06/2026 14:25:00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image ,Soma de  vendas por Ano, Mês e Segmento ,Total em vendas por produto ,Média depreço de venda por produto ,textbox ,slicer ,slicer ,actionButton ,image ,image ,slicer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Página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image ,textbox ,clusteredColumnChart ,clusteredColumnChart ,card ,pieChart ,card ,actionButton ,image ,image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Página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image ,Lucro por Segmento ,Lucros por país ,Vendas e Unidades vendidas por país ,shape ,textbox ,image ,image ,Total de ventas ,actionButton ,Total de ventas ,slicer ,slicer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Página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27</Words>
  <Application>Microsoft Office PowerPoint</Application>
  <PresentationFormat>Widescreen</PresentationFormat>
  <Paragraphs>6</Paragraphs>
  <Slides>4</Slides>
  <Notes>3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5" baseType="lpstr">
      <vt:lpstr>Custom Design</vt:lpstr>
      <vt:lpstr>sample_financial</vt:lpstr>
      <vt:lpstr>Página 1</vt:lpstr>
      <vt:lpstr>Página 2</vt:lpstr>
      <vt:lpstr>Página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Brian Butler</cp:lastModifiedBy>
  <cp:revision>5</cp:revision>
  <dcterms:created xsi:type="dcterms:W3CDTF">2016-09-04T11:54:55Z</dcterms:created>
  <dcterms:modified xsi:type="dcterms:W3CDTF">2026-06-05T14:53:52Z</dcterms:modified>
</cp:coreProperties>
</file>